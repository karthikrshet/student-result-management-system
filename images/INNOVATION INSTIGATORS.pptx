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tchy Mager" charset="1" panose="02000506000000020004"/>
      <p:regular r:id="rId12"/>
    </p:embeddedFont>
    <p:embeddedFont>
      <p:font typeface="Times New Roman" charset="1" panose="02030502070405020303"/>
      <p:regular r:id="rId13"/>
    </p:embeddedFont>
    <p:embeddedFont>
      <p:font typeface="Times New Roman Bold" charset="1" panose="020308020704050203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911986" y="-3622493"/>
            <a:ext cx="17531986" cy="17531986"/>
          </a:xfrm>
          <a:custGeom>
            <a:avLst/>
            <a:gdLst/>
            <a:ahLst/>
            <a:cxnLst/>
            <a:rect r="r" b="b" t="t" l="l"/>
            <a:pathLst>
              <a:path h="17531986" w="17531986">
                <a:moveTo>
                  <a:pt x="0" y="0"/>
                </a:moveTo>
                <a:lnTo>
                  <a:pt x="17531986" y="0"/>
                </a:lnTo>
                <a:lnTo>
                  <a:pt x="17531986" y="17531986"/>
                </a:lnTo>
                <a:lnTo>
                  <a:pt x="0" y="17531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5402" y="1336722"/>
            <a:ext cx="7613555" cy="7613555"/>
          </a:xfrm>
          <a:custGeom>
            <a:avLst/>
            <a:gdLst/>
            <a:ahLst/>
            <a:cxnLst/>
            <a:rect r="r" b="b" t="t" l="l"/>
            <a:pathLst>
              <a:path h="7613555" w="7613555">
                <a:moveTo>
                  <a:pt x="0" y="0"/>
                </a:moveTo>
                <a:lnTo>
                  <a:pt x="7613556" y="0"/>
                </a:lnTo>
                <a:lnTo>
                  <a:pt x="7613556" y="7613556"/>
                </a:lnTo>
                <a:lnTo>
                  <a:pt x="0" y="761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5982" y="3288030"/>
            <a:ext cx="8499420" cy="388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975"/>
              </a:lnSpc>
            </a:pPr>
            <a:r>
              <a:rPr lang="en-US" sz="9975">
                <a:solidFill>
                  <a:srgbClr val="111111"/>
                </a:solidFill>
                <a:latin typeface="Catchy Mager"/>
                <a:ea typeface="Catchy Mager"/>
                <a:cs typeface="Catchy Mager"/>
                <a:sym typeface="Catchy Mager"/>
              </a:rPr>
              <a:t>INTRODUCING SMART WATCH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306139"/>
            <a:ext cx="11827611" cy="4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0992" indent="-640496" lvl="1">
              <a:lnSpc>
                <a:spcPts val="9611"/>
              </a:lnSpc>
              <a:buFont typeface="Arial"/>
              <a:buChar char="•"/>
            </a:pPr>
            <a:r>
              <a:rPr lang="en-US" sz="59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Monitoring</a:t>
            </a:r>
          </a:p>
          <a:p>
            <a:pPr algn="l" marL="1280992" indent="-640496" lvl="1">
              <a:lnSpc>
                <a:spcPts val="9611"/>
              </a:lnSpc>
              <a:buFont typeface="Arial"/>
              <a:buChar char="•"/>
            </a:pPr>
            <a:r>
              <a:rPr lang="en-US" sz="59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Access </a:t>
            </a:r>
          </a:p>
          <a:p>
            <a:pPr algn="l" marL="1280992" indent="-640496" lvl="1">
              <a:lnSpc>
                <a:spcPts val="9611"/>
              </a:lnSpc>
              <a:buFont typeface="Arial"/>
              <a:buChar char="•"/>
            </a:pPr>
            <a:r>
              <a:rPr lang="en-US" sz="59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SOS Emergency Call</a:t>
            </a:r>
          </a:p>
          <a:p>
            <a:pPr algn="l" marL="1280992" indent="-640496" lvl="1">
              <a:lnSpc>
                <a:spcPts val="9611"/>
              </a:lnSpc>
              <a:buFont typeface="Arial"/>
              <a:buChar char="•"/>
            </a:pPr>
            <a:r>
              <a:rPr lang="en-US" sz="59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Access for Photo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013123" y="1713268"/>
            <a:ext cx="7274877" cy="8316921"/>
          </a:xfrm>
          <a:custGeom>
            <a:avLst/>
            <a:gdLst/>
            <a:ahLst/>
            <a:cxnLst/>
            <a:rect r="r" b="b" t="t" l="l"/>
            <a:pathLst>
              <a:path h="8316921" w="7274877">
                <a:moveTo>
                  <a:pt x="0" y="0"/>
                </a:moveTo>
                <a:lnTo>
                  <a:pt x="7274877" y="0"/>
                </a:lnTo>
                <a:lnTo>
                  <a:pt x="7274877" y="8316921"/>
                </a:lnTo>
                <a:lnTo>
                  <a:pt x="0" y="831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34" r="0" b="-823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65231" y="-2455"/>
            <a:ext cx="4862381" cy="171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32"/>
              </a:lnSpc>
            </a:pPr>
            <a:r>
              <a:rPr lang="en-US" sz="89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1092" y="1800306"/>
            <a:ext cx="11502992" cy="1095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28391" indent="-764195" lvl="1">
              <a:lnSpc>
                <a:spcPts val="12317"/>
              </a:lnSpc>
              <a:buAutoNum type="arabicPeriod" startAt="1"/>
            </a:pPr>
            <a:r>
              <a:rPr lang="en-US" sz="70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Luxury</a:t>
            </a:r>
          </a:p>
          <a:p>
            <a:pPr algn="l" marL="1528391" indent="-764195" lvl="1">
              <a:lnSpc>
                <a:spcPts val="12317"/>
              </a:lnSpc>
              <a:buAutoNum type="arabicPeriod" startAt="1"/>
            </a:pPr>
            <a:r>
              <a:rPr lang="en-US" sz="70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Battery Life</a:t>
            </a:r>
          </a:p>
          <a:p>
            <a:pPr algn="l" marL="1528391" indent="-764195" lvl="1">
              <a:lnSpc>
                <a:spcPts val="12317"/>
              </a:lnSpc>
              <a:buAutoNum type="arabicPeriod" startAt="1"/>
            </a:pPr>
            <a:r>
              <a:rPr lang="en-US" sz="70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Durability</a:t>
            </a:r>
          </a:p>
          <a:p>
            <a:pPr algn="l" marL="1528391" indent="-764195" lvl="1">
              <a:lnSpc>
                <a:spcPts val="12317"/>
              </a:lnSpc>
              <a:buAutoNum type="arabicPeriod" startAt="1"/>
            </a:pPr>
            <a:r>
              <a:rPr lang="en-US" sz="70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Customization</a:t>
            </a:r>
          </a:p>
          <a:p>
            <a:pPr algn="l">
              <a:lnSpc>
                <a:spcPts val="12317"/>
              </a:lnSpc>
            </a:pPr>
          </a:p>
          <a:p>
            <a:pPr algn="l">
              <a:lnSpc>
                <a:spcPts val="12317"/>
              </a:lnSpc>
            </a:pPr>
          </a:p>
          <a:p>
            <a:pPr algn="l">
              <a:lnSpc>
                <a:spcPts val="12317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814428" y="1713268"/>
            <a:ext cx="6084743" cy="8101967"/>
          </a:xfrm>
          <a:custGeom>
            <a:avLst/>
            <a:gdLst/>
            <a:ahLst/>
            <a:cxnLst/>
            <a:rect r="r" b="b" t="t" l="l"/>
            <a:pathLst>
              <a:path h="8101967" w="6084743">
                <a:moveTo>
                  <a:pt x="0" y="0"/>
                </a:moveTo>
                <a:lnTo>
                  <a:pt x="6084743" y="0"/>
                </a:lnTo>
                <a:lnTo>
                  <a:pt x="6084743" y="8101967"/>
                </a:lnTo>
                <a:lnTo>
                  <a:pt x="0" y="8101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83289" y="-2455"/>
            <a:ext cx="2321421" cy="171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32"/>
              </a:lnSpc>
            </a:pPr>
            <a:r>
              <a:rPr lang="en-US" sz="89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5312" y="5462252"/>
            <a:ext cx="6414528" cy="4276352"/>
          </a:xfrm>
          <a:custGeom>
            <a:avLst/>
            <a:gdLst/>
            <a:ahLst/>
            <a:cxnLst/>
            <a:rect r="r" b="b" t="t" l="l"/>
            <a:pathLst>
              <a:path h="4276352" w="6414528">
                <a:moveTo>
                  <a:pt x="0" y="0"/>
                </a:moveTo>
                <a:lnTo>
                  <a:pt x="6414528" y="0"/>
                </a:lnTo>
                <a:lnTo>
                  <a:pt x="6414528" y="4276352"/>
                </a:lnTo>
                <a:lnTo>
                  <a:pt x="0" y="427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4540" y="-5374"/>
            <a:ext cx="7318921" cy="171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32"/>
              </a:lnSpc>
              <a:spcBef>
                <a:spcPct val="0"/>
              </a:spcBef>
            </a:pPr>
            <a:r>
              <a:rPr lang="en-US" b="true" sz="895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segment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410" y="2162171"/>
            <a:ext cx="12910470" cy="427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1177" indent="-845589" lvl="1">
              <a:lnSpc>
                <a:spcPts val="10966"/>
              </a:lnSpc>
              <a:buFont typeface="Arial"/>
              <a:buChar char="•"/>
            </a:pPr>
            <a:r>
              <a:rPr lang="en-US" sz="78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Teenagers </a:t>
            </a:r>
          </a:p>
          <a:p>
            <a:pPr algn="l" marL="1691177" indent="-845589" lvl="1">
              <a:lnSpc>
                <a:spcPts val="10966"/>
              </a:lnSpc>
              <a:buFont typeface="Arial"/>
              <a:buChar char="•"/>
            </a:pPr>
            <a:r>
              <a:rPr lang="en-US" sz="78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with health issues</a:t>
            </a:r>
          </a:p>
          <a:p>
            <a:pPr algn="l" marL="1691177" indent="-845589" lvl="1">
              <a:lnSpc>
                <a:spcPts val="10966"/>
              </a:lnSpc>
              <a:buFont typeface="Arial"/>
              <a:buChar char="•"/>
            </a:pPr>
            <a:r>
              <a:rPr lang="en-US" sz="78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Sports persons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A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54529" y="-2711908"/>
            <a:ext cx="17531986" cy="17531986"/>
          </a:xfrm>
          <a:custGeom>
            <a:avLst/>
            <a:gdLst/>
            <a:ahLst/>
            <a:cxnLst/>
            <a:rect r="r" b="b" t="t" l="l"/>
            <a:pathLst>
              <a:path h="17531986" w="17531986">
                <a:moveTo>
                  <a:pt x="0" y="0"/>
                </a:moveTo>
                <a:lnTo>
                  <a:pt x="17531986" y="0"/>
                </a:lnTo>
                <a:lnTo>
                  <a:pt x="17531986" y="17531986"/>
                </a:lnTo>
                <a:lnTo>
                  <a:pt x="0" y="17531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4229" y="2024874"/>
            <a:ext cx="4845457" cy="6471826"/>
          </a:xfrm>
          <a:custGeom>
            <a:avLst/>
            <a:gdLst/>
            <a:ahLst/>
            <a:cxnLst/>
            <a:rect r="r" b="b" t="t" l="l"/>
            <a:pathLst>
              <a:path h="6471826" w="4845457">
                <a:moveTo>
                  <a:pt x="0" y="0"/>
                </a:moveTo>
                <a:lnTo>
                  <a:pt x="4845457" y="0"/>
                </a:lnTo>
                <a:lnTo>
                  <a:pt x="4845457" y="6471825"/>
                </a:lnTo>
                <a:lnTo>
                  <a:pt x="0" y="647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7020" y="81941"/>
            <a:ext cx="12298816" cy="168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Marketing Strategies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28124" y="2016994"/>
            <a:ext cx="15289104" cy="524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25231" indent="-712616" lvl="1">
              <a:lnSpc>
                <a:spcPts val="10232"/>
              </a:lnSpc>
              <a:buFont typeface="Arial"/>
              <a:buChar char="•"/>
            </a:pPr>
            <a:r>
              <a:rPr lang="en-US" sz="66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and discounts</a:t>
            </a:r>
          </a:p>
          <a:p>
            <a:pPr algn="l" marL="1425231" indent="-712616" lvl="1">
              <a:lnSpc>
                <a:spcPts val="10232"/>
              </a:lnSpc>
              <a:buFont typeface="Arial"/>
              <a:buChar char="•"/>
            </a:pPr>
            <a:r>
              <a:rPr lang="en-US" sz="66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Collaborating with influencers</a:t>
            </a:r>
          </a:p>
          <a:p>
            <a:pPr algn="l" marL="1425231" indent="-712616" lvl="1">
              <a:lnSpc>
                <a:spcPts val="10232"/>
              </a:lnSpc>
              <a:buFont typeface="Arial"/>
              <a:buChar char="•"/>
            </a:pPr>
            <a:r>
              <a:rPr lang="en-US" sz="66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 customers reviews</a:t>
            </a:r>
          </a:p>
          <a:p>
            <a:pPr algn="l">
              <a:lnSpc>
                <a:spcPts val="1023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DAGC8KVeSbo</dc:identifier>
  <dcterms:modified xsi:type="dcterms:W3CDTF">2011-08-01T06:04:30Z</dcterms:modified>
  <cp:revision>1</cp:revision>
  <dc:title>Objectives</dc:title>
</cp:coreProperties>
</file>